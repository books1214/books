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41E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475488"/>
            <a:ext cx="2670048" cy="267004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12064"/>
            <a:ext cx="2596896" cy="2596896"/>
          </a:xfrm>
          <a:prstGeom prst="ellipse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84048" y="3218688"/>
            <a:ext cx="2670048" cy="47548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218688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ИГНАТ В ПЛЮСЕ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83280" y="2926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</a:t>
            </a:r>
            <a:endParaRPr lang="en-US" sz="5600" dirty="0"/>
          </a:p>
        </p:txBody>
      </p:sp>
      <p:sp>
        <p:nvSpPr>
          <p:cNvPr id="21" name="Text 18"/>
          <p:cNvSpPr/>
          <p:nvPr/>
        </p:nvSpPr>
        <p:spPr>
          <a:xfrm>
            <a:off x="3383280" y="10241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РЫНКА</a:t>
            </a:r>
            <a:endParaRPr lang="en-US" sz="5600" dirty="0"/>
          </a:p>
        </p:txBody>
      </p:sp>
      <p:sp>
        <p:nvSpPr>
          <p:cNvPr id="22" name="Shape 19"/>
          <p:cNvSpPr/>
          <p:nvPr/>
        </p:nvSpPr>
        <p:spPr>
          <a:xfrm>
            <a:off x="3383280" y="1847088"/>
            <a:ext cx="4754880" cy="45720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193852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D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БИНАРНЫЕ ОПЦИОНЫ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3383280" y="2523744"/>
            <a:ext cx="201168" cy="256032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320" y="25237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Волатильность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383280" y="3026664"/>
            <a:ext cx="201168" cy="256032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03320" y="30266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графика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383280" y="3529584"/>
            <a:ext cx="201168" cy="256032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03320" y="35295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Свечной анализ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383280" y="4032504"/>
            <a:ext cx="201168" cy="256032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03320" y="40325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актива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3832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УРОК 2 • ТЕХНИЧЕСКИЙ АНАЛИЗ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ВОЛАТИЛЬНОСТЬ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3520440"/>
          </a:xfrm>
          <a:prstGeom prst="rect">
            <a:avLst/>
          </a:prstGeom>
          <a:solidFill>
            <a:srgbClr val="111A13"/>
          </a:solidFill>
          <a:ln w="12700">
            <a:solidFill>
              <a:srgbClr val="1E3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3931920" cy="475488"/>
          </a:xfrm>
          <a:prstGeom prst="rect">
            <a:avLst/>
          </a:prstGeom>
          <a:solidFill>
            <a:srgbClr val="192A1F"/>
          </a:solidFill>
          <a:ln w="12700">
            <a:solidFill>
              <a:srgbClr val="192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875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80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 НИЗКАЯ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02336" y="1600200"/>
            <a:ext cx="146304" cy="237744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Маленькие свечи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" y="2148840"/>
            <a:ext cx="146304" cy="237744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30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«спит»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336" y="2697480"/>
            <a:ext cx="146304" cy="237744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Сделки: 3–5 мин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2336" y="3246120"/>
            <a:ext cx="146304" cy="237744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27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риска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456432"/>
            <a:ext cx="54864" cy="91440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547872"/>
            <a:ext cx="237744" cy="256032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803904"/>
            <a:ext cx="54864" cy="73152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566160"/>
            <a:ext cx="54864" cy="7315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639312"/>
            <a:ext cx="237744" cy="18288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822192"/>
            <a:ext cx="54864" cy="54864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27632" y="3401568"/>
            <a:ext cx="54864" cy="91440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36192" y="3493008"/>
            <a:ext cx="237744" cy="274320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27632" y="3767328"/>
            <a:ext cx="54864" cy="64008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57984" y="3502152"/>
            <a:ext cx="54864" cy="8229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6544" y="3584448"/>
            <a:ext cx="237744" cy="20116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57984" y="3785616"/>
            <a:ext cx="54864" cy="7315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88336" y="3429000"/>
            <a:ext cx="54864" cy="91440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96896" y="3520440"/>
            <a:ext cx="237744" cy="237744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3758184"/>
            <a:ext cx="54864" cy="82296"/>
          </a:xfrm>
          <a:prstGeom prst="rect">
            <a:avLst/>
          </a:prstGeom>
          <a:solidFill>
            <a:srgbClr val="6A8070"/>
          </a:solidFill>
          <a:ln w="12700">
            <a:solidFill>
              <a:srgbClr val="6A8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960120"/>
            <a:ext cx="3931920" cy="3520440"/>
          </a:xfrm>
          <a:prstGeom prst="rect">
            <a:avLst/>
          </a:prstGeom>
          <a:solidFill>
            <a:srgbClr val="111A13"/>
          </a:solidFill>
          <a:ln w="12700">
            <a:solidFill>
              <a:srgbClr val="3A151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960120"/>
            <a:ext cx="3931920" cy="475488"/>
          </a:xfrm>
          <a:prstGeom prst="rect">
            <a:avLst/>
          </a:prstGeom>
          <a:solidFill>
            <a:srgbClr val="2A1414"/>
          </a:solidFill>
          <a:ln w="12700">
            <a:solidFill>
              <a:srgbClr val="2A14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9875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ВЫСОКАЯ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065776" y="1600200"/>
            <a:ext cx="146304" cy="23774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резкие свечи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65776" y="2148840"/>
            <a:ext cx="146304" cy="23774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2130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«живой»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65776" y="2697480"/>
            <a:ext cx="146304" cy="23774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D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Сделки: 1–2 мин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65776" y="3246120"/>
            <a:ext cx="146304" cy="23774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3227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риска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12280" y="3474720"/>
            <a:ext cx="54864" cy="18288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20840" y="3657600"/>
            <a:ext cx="237744" cy="59436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12280" y="4251960"/>
            <a:ext cx="54864" cy="146304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96328" y="3712464"/>
            <a:ext cx="54864" cy="14630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04888" y="3858768"/>
            <a:ext cx="237744" cy="47548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96328" y="4334256"/>
            <a:ext cx="54864" cy="20116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0376" y="3364992"/>
            <a:ext cx="54864" cy="20116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88936" y="3566160"/>
            <a:ext cx="237744" cy="65836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0376" y="4224528"/>
            <a:ext cx="54864" cy="12801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64424" y="3657600"/>
            <a:ext cx="54864" cy="16459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72984" y="3822192"/>
            <a:ext cx="237744" cy="51206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64424" y="4334256"/>
            <a:ext cx="54864" cy="182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48472" y="3447288"/>
            <a:ext cx="54864" cy="16459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57032" y="3611880"/>
            <a:ext cx="237744" cy="62179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48472" y="4233672"/>
            <a:ext cx="54864" cy="146304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73659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КЛЮЧЕВОЕ: понимай — рынок «живой» или нет, прежде чем входить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ЧИТАТЬ ГРАФИК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834640" cy="1920240"/>
          </a:xfrm>
          <a:prstGeom prst="rect">
            <a:avLst/>
          </a:prstGeom>
          <a:solidFill>
            <a:srgbClr val="111A13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2834640" cy="548640"/>
          </a:xfrm>
          <a:prstGeom prst="rect">
            <a:avLst/>
          </a:prstGeom>
          <a:solidFill>
            <a:srgbClr val="111E14"/>
          </a:solidFill>
          <a:ln w="12700">
            <a:solidFill>
              <a:srgbClr val="111E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НАПРАВЛЕНИЕ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Вверх / вниз / стоит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834640" cy="1920240"/>
          </a:xfrm>
          <a:prstGeom prst="rect">
            <a:avLst/>
          </a:prstGeom>
          <a:solidFill>
            <a:srgbClr val="111A13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960120"/>
            <a:ext cx="2834640" cy="548640"/>
          </a:xfrm>
          <a:prstGeom prst="rect">
            <a:avLst/>
          </a:prstGeom>
          <a:solidFill>
            <a:srgbClr val="111E14"/>
          </a:solidFill>
          <a:ln w="12700">
            <a:solidFill>
              <a:srgbClr val="111E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СКОРОСТЬ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4992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Резко или медленно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1344" y="960120"/>
            <a:ext cx="2834640" cy="1920240"/>
          </a:xfrm>
          <a:prstGeom prst="rect">
            <a:avLst/>
          </a:prstGeom>
          <a:solidFill>
            <a:srgbClr val="111A13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960120"/>
            <a:ext cx="2834640" cy="548640"/>
          </a:xfrm>
          <a:prstGeom prst="rect">
            <a:avLst/>
          </a:prstGeom>
          <a:solidFill>
            <a:srgbClr val="111E14"/>
          </a:solidFill>
          <a:ln w="12700">
            <a:solidFill>
              <a:srgbClr val="111E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↩  РЕАКЦИИ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18504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цена тормозит и разворачивается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8595360" cy="1627632"/>
          </a:xfrm>
          <a:prstGeom prst="rect">
            <a:avLst/>
          </a:prstGeom>
          <a:solidFill>
            <a:srgbClr val="0C1508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17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ГРАФИКА  —  восходящий тренд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351276"/>
            <a:ext cx="8595360" cy="0"/>
          </a:xfrm>
          <a:prstGeom prst="line">
            <a:avLst/>
          </a:prstGeom>
          <a:noFill/>
          <a:ln w="6350">
            <a:solidFill>
              <a:srgbClr val="1A2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58184"/>
            <a:ext cx="8595360" cy="0"/>
          </a:xfrm>
          <a:prstGeom prst="line">
            <a:avLst/>
          </a:prstGeom>
          <a:noFill/>
          <a:ln w="6350">
            <a:solidFill>
              <a:srgbClr val="1A2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65092"/>
            <a:ext cx="8595360" cy="0"/>
          </a:xfrm>
          <a:prstGeom prst="line">
            <a:avLst/>
          </a:prstGeom>
          <a:noFill/>
          <a:ln w="6350">
            <a:solidFill>
              <a:srgbClr val="1A2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4041648"/>
            <a:ext cx="54864" cy="10972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151376"/>
            <a:ext cx="237744" cy="29260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443984"/>
            <a:ext cx="54864" cy="914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1872" y="3858768"/>
            <a:ext cx="54864" cy="9144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" y="3950208"/>
            <a:ext cx="237744" cy="34747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61872" y="4297680"/>
            <a:ext cx="54864" cy="12801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5376" y="3749040"/>
            <a:ext cx="54864" cy="12801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3936" y="3877056"/>
            <a:ext cx="237744" cy="29260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5376" y="4169664"/>
            <a:ext cx="54864" cy="9144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666744"/>
            <a:ext cx="54864" cy="146304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3813048"/>
            <a:ext cx="237744" cy="25603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4069080"/>
            <a:ext cx="54864" cy="8229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72384" y="3849624"/>
            <a:ext cx="54864" cy="82296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80944" y="3931920"/>
            <a:ext cx="237744" cy="2743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72384" y="4206240"/>
            <a:ext cx="54864" cy="14630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75888" y="3584448"/>
            <a:ext cx="54864" cy="12801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3712464"/>
            <a:ext cx="237744" cy="329184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75888" y="4041648"/>
            <a:ext cx="54864" cy="9144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79392" y="3547872"/>
            <a:ext cx="54864" cy="10972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87952" y="3657600"/>
            <a:ext cx="237744" cy="29260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79392" y="3950208"/>
            <a:ext cx="54864" cy="8229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82896" y="3685032"/>
            <a:ext cx="54864" cy="82296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91456" y="3767328"/>
            <a:ext cx="237744" cy="23774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82896" y="4005072"/>
            <a:ext cx="54864" cy="1188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0" y="3438144"/>
            <a:ext cx="54864" cy="12801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94960" y="3566160"/>
            <a:ext cx="237744" cy="34747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3913632"/>
            <a:ext cx="54864" cy="9144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9904" y="3328416"/>
            <a:ext cx="54864" cy="146304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98464" y="3474720"/>
            <a:ext cx="237744" cy="31089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9904" y="3785616"/>
            <a:ext cx="54864" cy="8229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93408" y="3493008"/>
            <a:ext cx="54864" cy="914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01968" y="3584448"/>
            <a:ext cx="237744" cy="25603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93408" y="3840480"/>
            <a:ext cx="54864" cy="10972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6912" y="3282696"/>
            <a:ext cx="54864" cy="11887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05472" y="3401568"/>
            <a:ext cx="237744" cy="329184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96912" y="3730752"/>
            <a:ext cx="54864" cy="9144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0416" y="3218688"/>
            <a:ext cx="54864" cy="10972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08976" y="3328416"/>
            <a:ext cx="237744" cy="292608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00416" y="3621024"/>
            <a:ext cx="54864" cy="82296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4360" y="4389120"/>
            <a:ext cx="7498080" cy="-1051560"/>
          </a:xfrm>
          <a:prstGeom prst="line">
            <a:avLst/>
          </a:prstGeom>
          <a:noFill/>
          <a:ln w="25400">
            <a:solidFill>
              <a:srgbClr val="3DDC6A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7754112" y="3072384"/>
            <a:ext cx="1005840" cy="310896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54112" y="30723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ТРЕНД ▲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73659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Читай график как историю, не как одну точку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СВЕЧНОЙ ГРАФИК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840480" cy="3886200"/>
          </a:xfrm>
          <a:prstGeom prst="rect">
            <a:avLst/>
          </a:prstGeom>
          <a:solidFill>
            <a:srgbClr val="111A13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АНАТОМИЯ СВЕЧИ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18488" y="1252728"/>
            <a:ext cx="54864" cy="32004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572768"/>
            <a:ext cx="548640" cy="141732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2990088"/>
            <a:ext cx="54864" cy="27432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399032"/>
            <a:ext cx="475488" cy="0"/>
          </a:xfrm>
          <a:prstGeom prst="line">
            <a:avLst/>
          </a:prstGeom>
          <a:noFill/>
          <a:ln w="12700">
            <a:solidFill>
              <a:srgbClr val="6A8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307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65960" y="1737360"/>
            <a:ext cx="475488" cy="0"/>
          </a:xfrm>
          <a:prstGeom prst="line">
            <a:avLst/>
          </a:prstGeom>
          <a:noFill/>
          <a:ln w="12700">
            <a:solidFill>
              <a:srgbClr val="6A8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2318004"/>
            <a:ext cx="475488" cy="0"/>
          </a:xfrm>
          <a:prstGeom prst="line">
            <a:avLst/>
          </a:prstGeom>
          <a:noFill/>
          <a:ln w="12700">
            <a:solidFill>
              <a:srgbClr val="6A8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22265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5960" y="3008376"/>
            <a:ext cx="475488" cy="0"/>
          </a:xfrm>
          <a:prstGeom prst="line">
            <a:avLst/>
          </a:prstGeom>
          <a:noFill/>
          <a:ln w="12700">
            <a:solidFill>
              <a:srgbClr val="6A8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5456" y="2916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65960" y="3264408"/>
            <a:ext cx="475488" cy="0"/>
          </a:xfrm>
          <a:prstGeom prst="line">
            <a:avLst/>
          </a:prstGeom>
          <a:noFill/>
          <a:ln w="12700">
            <a:solidFill>
              <a:srgbClr val="6A8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960120"/>
            <a:ext cx="4480560" cy="3886200"/>
          </a:xfrm>
          <a:prstGeom prst="rect">
            <a:avLst/>
          </a:prstGeom>
          <a:solidFill>
            <a:srgbClr val="111A13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СВЕЧЕЙ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36592" y="1298448"/>
            <a:ext cx="54864" cy="182880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152" y="1481328"/>
            <a:ext cx="237744" cy="80467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2286000"/>
            <a:ext cx="54864" cy="164592"/>
          </a:xfrm>
          <a:prstGeom prst="rect">
            <a:avLst/>
          </a:prstGeom>
          <a:solidFill>
            <a:srgbClr val="2DB857"/>
          </a:solidFill>
          <a:ln w="12700">
            <a:solidFill>
              <a:srgbClr val="2DB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БЫЧЬЯ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7488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выросла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36592" y="2743200"/>
            <a:ext cx="54864" cy="16459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2907792"/>
            <a:ext cx="237744" cy="80467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36592" y="3712464"/>
            <a:ext cx="54864" cy="1828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9626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МЕДВЕЖЬЯ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7488" y="3319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упала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1298448"/>
            <a:ext cx="548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1719072"/>
            <a:ext cx="23774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773936"/>
            <a:ext cx="548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ДОДЖИ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59168" y="19568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Нерешительность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2798064"/>
            <a:ext cx="54864" cy="109728"/>
          </a:xfrm>
          <a:prstGeom prst="rect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2907792"/>
            <a:ext cx="237744" cy="987552"/>
          </a:xfrm>
          <a:prstGeom prst="rect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3895344"/>
            <a:ext cx="54864" cy="109728"/>
          </a:xfrm>
          <a:prstGeom prst="rect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2944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ИМПУЛЬС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59168" y="3255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ход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3659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Свечи = борьба покупателей и продавцов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ВЫБОР АКТИВА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166360" cy="3566160"/>
          </a:xfrm>
          <a:prstGeom prst="rect">
            <a:avLst/>
          </a:prstGeom>
          <a:solidFill>
            <a:srgbClr val="111A13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5166360" cy="475488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9669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ОСНОВНЫЕ ПАРЫ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2336" y="1600200"/>
            <a:ext cx="4919472" cy="658368"/>
          </a:xfrm>
          <a:prstGeom prst="rect">
            <a:avLst/>
          </a:prstGeom>
          <a:solidFill>
            <a:srgbClr val="0E180E"/>
          </a:solidFill>
          <a:ln w="12700">
            <a:solidFill>
              <a:srgbClr val="1E3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EUR/USD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16276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Самая ликвидная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" y="2441448"/>
            <a:ext cx="4919472" cy="658368"/>
          </a:xfrm>
          <a:prstGeom prst="rect">
            <a:avLst/>
          </a:prstGeom>
          <a:solidFill>
            <a:srgbClr val="0E180E"/>
          </a:solidFill>
          <a:ln w="12700">
            <a:solidFill>
              <a:srgbClr val="1E3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688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GBP/USD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24688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волатильность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" y="3282696"/>
            <a:ext cx="4919472" cy="658368"/>
          </a:xfrm>
          <a:prstGeom prst="rect">
            <a:avLst/>
          </a:prstGeom>
          <a:solidFill>
            <a:srgbClr val="0E180E"/>
          </a:solidFill>
          <a:ln w="12700">
            <a:solidFill>
              <a:srgbClr val="1E3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101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USD/JPY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26080" y="33101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Стабильная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960120"/>
            <a:ext cx="3200400" cy="3566160"/>
          </a:xfrm>
          <a:prstGeom prst="rect">
            <a:avLst/>
          </a:prstGeom>
          <a:solidFill>
            <a:srgbClr val="130808"/>
          </a:solidFill>
          <a:ln w="12700">
            <a:solidFill>
              <a:srgbClr val="3A151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960120"/>
            <a:ext cx="3200400" cy="475488"/>
          </a:xfrm>
          <a:prstGeom prst="rect">
            <a:avLst/>
          </a:prstGeom>
          <a:solidFill>
            <a:srgbClr val="271010"/>
          </a:solidFill>
          <a:ln w="12700">
            <a:solidFill>
              <a:srgbClr val="271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9966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OTC РЫНОК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06440" y="1627632"/>
            <a:ext cx="164592" cy="20116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609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на выходных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2249424"/>
            <a:ext cx="164592" cy="20116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231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Неестественные движения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2871216"/>
            <a:ext cx="164592" cy="20116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манипуляций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3154680"/>
            <a:ext cx="3200400" cy="1097280"/>
          </a:xfrm>
          <a:prstGeom prst="rect">
            <a:avLst/>
          </a:prstGeom>
          <a:solidFill>
            <a:srgbClr val="1E0606"/>
          </a:solidFill>
          <a:ln w="19050">
            <a:solidFill>
              <a:srgbClr val="E0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200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НОВИЧКАМ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0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ИЗБЕГАТЬ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3659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Сначала учись на нормальном рынке — потом OTC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111A13"/>
          </a:solidFill>
          <a:ln w="12700">
            <a:solidFill>
              <a:srgbClr val="111A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04672" cy="640080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61872" y="104241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Проверяй ВОЛАТИЛЬНОСТЬ перед входом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28216"/>
            <a:ext cx="8412480" cy="640080"/>
          </a:xfrm>
          <a:prstGeom prst="rect">
            <a:avLst/>
          </a:prstGeom>
          <a:solidFill>
            <a:srgbClr val="111A13"/>
          </a:solidFill>
          <a:ln w="12700">
            <a:solidFill>
              <a:srgbClr val="111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28216"/>
            <a:ext cx="804672" cy="640080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28216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61872" y="176479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Читай ИСТОРИЮ графика, не последнюю свечу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8412480" cy="640080"/>
          </a:xfrm>
          <a:prstGeom prst="rect">
            <a:avLst/>
          </a:prstGeom>
          <a:solidFill>
            <a:srgbClr val="111A13"/>
          </a:solidFill>
          <a:ln w="12700">
            <a:solidFill>
              <a:srgbClr val="11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50592"/>
            <a:ext cx="804672" cy="640080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5059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24871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Используй только СВЕЧНОЙ график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172968"/>
            <a:ext cx="8412480" cy="640080"/>
          </a:xfrm>
          <a:prstGeom prst="rect">
            <a:avLst/>
          </a:prstGeom>
          <a:solidFill>
            <a:srgbClr val="111A13"/>
          </a:solidFill>
          <a:ln w="12700">
            <a:solidFill>
              <a:srgbClr val="111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72968"/>
            <a:ext cx="804672" cy="640080"/>
          </a:xfrm>
          <a:prstGeom prst="rect">
            <a:avLst/>
          </a:prstGeom>
          <a:solidFill>
            <a:srgbClr val="162B1C"/>
          </a:solidFill>
          <a:ln w="12700">
            <a:solidFill>
              <a:srgbClr val="3DDC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72968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61872" y="320954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Торгуй основными ПАРАМИ: EUR/USD, GBP/USD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895344"/>
            <a:ext cx="8412480" cy="640080"/>
          </a:xfrm>
          <a:prstGeom prst="rect">
            <a:avLst/>
          </a:prstGeom>
          <a:solidFill>
            <a:srgbClr val="111A13"/>
          </a:solidFill>
          <a:ln w="12700">
            <a:solidFill>
              <a:srgbClr val="111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95344"/>
            <a:ext cx="804672" cy="640080"/>
          </a:xfrm>
          <a:prstGeom prst="rect">
            <a:avLst/>
          </a:prstGeom>
          <a:solidFill>
            <a:srgbClr val="28101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95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61872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Избегай OTC на старте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93008" y="4645152"/>
            <a:ext cx="566928" cy="566928"/>
          </a:xfrm>
          <a:prstGeom prst="rect">
            <a:avLst/>
          </a:prstGeom>
          <a:solidFill>
            <a:srgbClr val="3DDC6A"/>
          </a:solidFill>
          <a:ln w="12700">
            <a:solidFill>
              <a:srgbClr val="3DDC6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1296" y="4663440"/>
            <a:ext cx="530352" cy="530352"/>
          </a:xfrm>
          <a:prstGeom prst="ellipse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33088" y="4663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ИГНАТ В ПЛЮСЕ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рынка — Бинарные Опционы</dc:title>
  <dc:subject>PptxGenJS Presentation</dc:subject>
  <dc:creator>PptxGenJS</dc:creator>
  <cp:lastModifiedBy>PptxGenJS</cp:lastModifiedBy>
  <cp:revision>1</cp:revision>
  <dcterms:created xsi:type="dcterms:W3CDTF">2026-05-11T16:37:37Z</dcterms:created>
  <dcterms:modified xsi:type="dcterms:W3CDTF">2026-05-11T16:37:37Z</dcterms:modified>
</cp:coreProperties>
</file>